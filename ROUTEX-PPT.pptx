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5741D-5F61-4881-92E4-76142AB79DA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63EAE-6214-4721-B38B-ED0EA3F63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8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7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2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8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8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0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7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8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3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AEA3-2B25-4261-9D9E-4885343413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AB9D-AED5-425E-8316-7624C40E2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96491" y="356965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TITLE PAGE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6401" y="1187640"/>
            <a:ext cx="547996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Project Title -  Autonomous Vehicle Route   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5781" y="1980962"/>
            <a:ext cx="89155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One - Line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Idea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 AI-powered simulator that helps autonomous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vehicles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find and dynamically change the safest and 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shortest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route while avoiding obstacles and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changing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road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conditions.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6483" y="5360851"/>
            <a:ext cx="8839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Domain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  Artificial Intelligence &amp; Machine Learning (AI/ML)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Autonomous Vehicles &amp; Intelligent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Systems (ITS).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6401" y="3581400"/>
            <a:ext cx="3984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Names –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B.Shreshtha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K.Likhitha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A.Kusuma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Kumari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Ch.Surya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Teja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07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2091" y="228600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CHALLENGE</a:t>
            </a:r>
            <a:endParaRPr 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75"/>
          <a:stretch/>
        </p:blipFill>
        <p:spPr bwMode="auto">
          <a:xfrm>
            <a:off x="0" y="1066800"/>
            <a:ext cx="9144000" cy="5084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75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8642" y="270163"/>
            <a:ext cx="3831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OUR INNOVATION</a:t>
            </a:r>
            <a:endParaRPr 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97" y="1026742"/>
            <a:ext cx="6237013" cy="567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2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7400" y="360218"/>
            <a:ext cx="571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entury Schoolbook" pitchFamily="18" charset="0"/>
              </a:rPr>
              <a:t>WORKING MECHANISM</a:t>
            </a:r>
            <a:endParaRPr lang="en-US" sz="3200" b="1" dirty="0">
              <a:latin typeface="Century Schoolbook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10400" y="1614055"/>
            <a:ext cx="200099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Road Data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AI/ML Prediction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Risk + Traffic Cost</a:t>
            </a:r>
          </a:p>
          <a:p>
            <a:r>
              <a:rPr lang="en-US" dirty="0"/>
              <a:t>   ↓</a:t>
            </a:r>
          </a:p>
          <a:p>
            <a:r>
              <a:rPr lang="en-US" dirty="0" err="1"/>
              <a:t>Pathfinding</a:t>
            </a:r>
            <a:endParaRPr lang="en-US" dirty="0"/>
          </a:p>
          <a:p>
            <a:r>
              <a:rPr lang="en-US" dirty="0"/>
              <a:t>(BFS / </a:t>
            </a:r>
            <a:r>
              <a:rPr lang="en-US" dirty="0" err="1"/>
              <a:t>Dijkstra</a:t>
            </a:r>
            <a:r>
              <a:rPr lang="en-US" dirty="0"/>
              <a:t> / A*)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Best Route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🚗 Live Simulation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Road Changes?</a:t>
            </a:r>
          </a:p>
          <a:p>
            <a:r>
              <a:rPr lang="en-US" dirty="0"/>
              <a:t> 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 </a:t>
            </a:r>
            <a:r>
              <a:rPr lang="en-US" dirty="0"/>
              <a:t>Recalculate Route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27433"/>
            <a:ext cx="6629400" cy="509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778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855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TECHNOLOGY &amp; ALGORITHM 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47"/>
          <a:stretch/>
        </p:blipFill>
        <p:spPr bwMode="auto">
          <a:xfrm>
            <a:off x="-6927" y="1447800"/>
            <a:ext cx="9144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256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17911" y="304800"/>
            <a:ext cx="4169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DEMO AND IMPACT</a:t>
            </a:r>
            <a:endParaRPr 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95556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00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FUTURE VISION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7873" y="1033790"/>
            <a:ext cx="4572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 </a:t>
            </a:r>
            <a:r>
              <a:rPr lang="en-US" dirty="0"/>
              <a:t>🏆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Current Achievements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Interactive </a:t>
            </a:r>
            <a:r>
              <a:rPr lang="en-US" dirty="0"/>
              <a:t>route </a:t>
            </a:r>
            <a:r>
              <a:rPr lang="en-US" dirty="0" smtClean="0"/>
              <a:t>simulation.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</a:t>
            </a:r>
            <a:r>
              <a:rPr lang="en-US" dirty="0"/>
              <a:t>* and </a:t>
            </a:r>
            <a:r>
              <a:rPr lang="en-US" dirty="0" err="1"/>
              <a:t>Dijkstra</a:t>
            </a:r>
            <a:r>
              <a:rPr lang="en-US" dirty="0"/>
              <a:t> </a:t>
            </a:r>
            <a:r>
              <a:rPr lang="en-US" dirty="0" smtClean="0"/>
              <a:t>algorithms.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Dynamic </a:t>
            </a:r>
            <a:r>
              <a:rPr lang="en-US" dirty="0"/>
              <a:t>obstacle </a:t>
            </a:r>
            <a:r>
              <a:rPr lang="en-US" dirty="0" smtClean="0"/>
              <a:t>detection.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Automatic </a:t>
            </a:r>
            <a:r>
              <a:rPr lang="en-US" dirty="0"/>
              <a:t>route </a:t>
            </a:r>
            <a:r>
              <a:rPr lang="en-US" dirty="0" smtClean="0"/>
              <a:t>recalculation.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Traffic simulation.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Real-time </a:t>
            </a:r>
            <a:r>
              <a:rPr lang="en-US" dirty="0"/>
              <a:t>vehicle </a:t>
            </a:r>
            <a:r>
              <a:rPr lang="en-US" dirty="0" smtClean="0"/>
              <a:t>monitoring.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🚀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Future Improvements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Real-time </a:t>
            </a:r>
            <a:r>
              <a:rPr lang="en-US" dirty="0"/>
              <a:t>GPS and map </a:t>
            </a:r>
            <a:r>
              <a:rPr lang="en-US" dirty="0" smtClean="0"/>
              <a:t>integration.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AI-based </a:t>
            </a:r>
            <a:r>
              <a:rPr lang="en-US" dirty="0"/>
              <a:t>route </a:t>
            </a:r>
            <a:r>
              <a:rPr lang="en-US" dirty="0" smtClean="0"/>
              <a:t>optimization.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Camera</a:t>
            </a:r>
            <a:r>
              <a:rPr lang="en-US" dirty="0"/>
              <a:t>, </a:t>
            </a:r>
            <a:r>
              <a:rPr lang="en-US" dirty="0" err="1"/>
              <a:t>LiDAR</a:t>
            </a:r>
            <a:r>
              <a:rPr lang="en-US" dirty="0"/>
              <a:t> and radar </a:t>
            </a:r>
            <a:r>
              <a:rPr lang="en-US" dirty="0" smtClean="0"/>
              <a:t>integration.</a:t>
            </a:r>
          </a:p>
          <a:p>
            <a:r>
              <a:rPr lang="en-US" dirty="0" smtClean="0"/>
              <a:t>      Live </a:t>
            </a:r>
            <a:r>
              <a:rPr lang="en-US" dirty="0"/>
              <a:t>traffic </a:t>
            </a:r>
            <a:r>
              <a:rPr lang="en-US" dirty="0" smtClean="0"/>
              <a:t>prediction.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Real-world </a:t>
            </a:r>
            <a:r>
              <a:rPr lang="en-US" dirty="0"/>
              <a:t>autonomous vehicle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simulation.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6112103"/>
            <a:ext cx="237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9600" y="762000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📈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Scalability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Multi-vehicle simulation.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City-level </a:t>
            </a:r>
            <a:r>
              <a:rPr lang="en-US" dirty="0"/>
              <a:t>road </a:t>
            </a:r>
            <a:r>
              <a:rPr lang="en-US" dirty="0" smtClean="0"/>
              <a:t>networks.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Cloud-based processing.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Real-time </a:t>
            </a:r>
            <a:r>
              <a:rPr lang="en-US" dirty="0"/>
              <a:t>data </a:t>
            </a:r>
            <a:r>
              <a:rPr lang="en-US" dirty="0" smtClean="0"/>
              <a:t>integration.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Smart-city </a:t>
            </a:r>
            <a:r>
              <a:rPr lang="en-US" dirty="0"/>
              <a:t>transportation </a:t>
            </a:r>
            <a:r>
              <a:rPr lang="en-US" dirty="0" smtClean="0"/>
              <a:t>applications.</a:t>
            </a:r>
          </a:p>
          <a:p>
            <a:endParaRPr lang="en-US" dirty="0" smtClean="0"/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r>
              <a:rPr lang="en-US" dirty="0" smtClean="0"/>
              <a:t>🎯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 Takeaway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Demonstrates intelligent </a:t>
            </a:r>
            <a:r>
              <a:rPr lang="en-US" dirty="0"/>
              <a:t>autonomous route </a:t>
            </a:r>
            <a:r>
              <a:rPr lang="en-US" dirty="0" smtClean="0"/>
              <a:t>planning.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Enables dynamic </a:t>
            </a:r>
            <a:r>
              <a:rPr lang="en-US" dirty="0"/>
              <a:t>obstacle </a:t>
            </a:r>
            <a:r>
              <a:rPr lang="en-US" dirty="0" smtClean="0"/>
              <a:t>avoidance.</a:t>
            </a: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Provides </a:t>
            </a:r>
            <a:r>
              <a:rPr lang="en-US" dirty="0"/>
              <a:t>a foundation for </a:t>
            </a:r>
            <a:r>
              <a:rPr lang="en-US" dirty="0" smtClean="0"/>
              <a:t>real-world </a:t>
            </a:r>
            <a:r>
              <a:rPr lang="en-US" dirty="0"/>
              <a:t>autonomous driving </a:t>
            </a:r>
            <a:r>
              <a:rPr lang="en-US" dirty="0" smtClean="0"/>
              <a:t>systems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131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238</Words>
  <Application>Microsoft Office PowerPoint</Application>
  <PresentationFormat>On-screen Show (4:3)</PresentationFormat>
  <Paragraphs>68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TECHNOLOGY &amp; ALGORITHM </vt:lpstr>
      <vt:lpstr>PowerPoint Presentation</vt:lpstr>
      <vt:lpstr>FUTURE VISION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20</cp:revision>
  <dcterms:created xsi:type="dcterms:W3CDTF">2026-09-15T05:23:46Z</dcterms:created>
  <dcterms:modified xsi:type="dcterms:W3CDTF">2026-10-03T06:20:27Z</dcterms:modified>
</cp:coreProperties>
</file>